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공유 문서의 문제 발견 3가지를 바탕으로 정리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기능은 직접 해보기 하나. 결선에서는 이 흐름을 끝까지 시연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통합 멘토링 강연 원칙: AI는 근거와 선택지를 주고, 고르는 것은 사용자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AI-Hub 약관: 학습용으로만, 원본 공개 금지. 학습한 모델은 출처 표기 후 공개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AI-Hub 「수어 영상」은 학습에만 쓰고 원본은 공개하지 않음. 학습은 국내 PC에서 (국외 반출 주의)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하단 탭: 검색 / 학습하기 / 직접 해보기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결선 시연 흐름: 단어 고르기 → 따라 하기 → 결과에서 사용자가 선택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점수·정답/오답 표시를 둘지는 팀 결정 필요 (강의 원칙과 충돌 여부)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2026-10-31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디지털새싹 C.O.D.E. 2026 · 트랙3 상상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</a:t>
            </a:r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지역마다 다른 한국수어를 찾아보고, 직접 따라 해 보며 배우는 웹앱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초안 · 2026-10-31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만드나요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15184" cy="33832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식당에서 농인이 주문할 때 소통이 어려움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청력이 좋지 않은 지인과 대화가 어려움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지역마다 다른 수어를 알려주는 앱이 없음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73552" y="1097280"/>
            <a:ext cx="2615184" cy="33832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02152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위해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농인과 원활히 소통하고 싶은 사람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수어를 처음 배우는 학생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89904" y="1097280"/>
            <a:ext cx="2615184" cy="3383280"/>
          </a:xfrm>
          <a:prstGeom prst="roundRect">
            <a:avLst>
              <a:gd name="adj" fmla="val 2797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18504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해결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수어를 나란히 비교하는 사전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손동작 인식으로 직접 따라 해 보기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AI가 아니라 사용자가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090672" y="26517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07024" y="26517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구성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검색 (사전)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검색 → 표준 수어 + 지역별 수어를 나란히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23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42개 단어 (AI-Hub 수어 영상에 있는 단어)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비교: 서울·경기 / 경상 / 전라 / 충청 / 제주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근거·출처를 함께 표시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학습하기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보고 뜻 맞히기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224028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 · 핵심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834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손동작 인식 · 단어 5~10개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동작과 사전 영상을 나란히 보고 사용자가 고름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위치 같은 세부 피드백은 시도 후 안 되면 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판정하지 않아요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보여주지 않는 것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</a:t>
            </a:r>
            <a:pPr indent="0" marL="0">
              <a:buNone/>
            </a:pPr>
            <a:r>
              <a:rPr lang="en-US" sz="1600" strike="sngStrike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확률 · %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</a:t>
            </a:r>
            <a:pPr indent="0" marL="0">
              <a:buNone/>
            </a:pPr>
            <a:r>
              <a:rPr lang="en-US" sz="1600" strike="sngStrike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맞음 / 틀림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</a:t>
            </a:r>
            <a:pPr indent="0" marL="0">
              <a:buNone/>
            </a:pPr>
            <a:r>
              <a:rPr lang="en-US" sz="1600" strike="sngStrike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평가 · 출신 추측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보여주는 것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비슷해 보이는 동작 순위 ① ② (AI 추정)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동작과 사전 영상을 나란히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· 출처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건 사용자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83480" y="3840480"/>
            <a:ext cx="1691640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비슷하게 한 것 같아요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3840480"/>
            <a:ext cx="1691640" cy="292608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해볼래요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영상은 어디서 오나요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시트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42개 단어 · 근거 · 출처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완료만 앱에 표시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99232" y="16459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09728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게시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config.js 주소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곳만 바꾸면 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79592" y="16459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09728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· CSS · 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없음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띄우는 영상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337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직접 촬영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국립국어원 사전 영상을 보고 따라 찍고 출처 표기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0" y="274320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8348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3337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AI-Hub 「수어 영상」 (표준 수어)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학습용으로만 · 원본 영상 공개 금지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이렇게 배워요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417320" cy="182880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AI-Hub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40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 영상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구간 라벨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06524" y="19659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57984" y="1188720"/>
            <a:ext cx="1417320" cy="182880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95144" y="1325880"/>
            <a:ext cx="36576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295144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자르기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95144" y="2240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시작·끝 시각으로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07308" y="19659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58768" y="1188720"/>
            <a:ext cx="1417320" cy="182880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95928" y="1325880"/>
            <a:ext cx="36576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995928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좌표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95928" y="2240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점 21개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308092" y="19659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9552" y="1188720"/>
            <a:ext cx="1417320" cy="182880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96712" y="1325880"/>
            <a:ext cx="36576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696712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96712" y="2240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분류 모델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PC에서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08876" y="19659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60336" y="1188720"/>
            <a:ext cx="1417320" cy="1828800"/>
          </a:xfrm>
          <a:prstGeom prst="roundRect">
            <a:avLst>
              <a:gd name="adj" fmla="val 5161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97496" y="132588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97496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앱에서 쓰기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97496" y="2240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→ 순위만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② (AI 추정)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지킬 것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AI-Hub 데이터는 학습에만 · 원본 영상은 앱에 넣지 않음 · 출처 표기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국내 PC에서 (해외 클라우드 학습은 국외 반출)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표준 수어만 배움 → 지역 비교는 검색(사전) 기능에서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레이아웃 ① 검색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2240280" cy="3886200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목록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4389120"/>
            <a:ext cx="22402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58496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학습하기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0124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수어42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1444752"/>
            <a:ext cx="1965960" cy="292608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 단어 검색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" y="1856232"/>
            <a:ext cx="438912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44752" y="1856232"/>
            <a:ext cx="43891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929384" y="1856232"/>
            <a:ext cx="43891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414016" y="1856232"/>
            <a:ext cx="43891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지명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60120" y="2221992"/>
            <a:ext cx="955548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970532" y="2221992"/>
            <a:ext cx="955548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0120" y="2788920"/>
            <a:ext cx="955548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70532" y="2788920"/>
            <a:ext cx="955548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0120" y="3355848"/>
            <a:ext cx="955548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70532" y="3355848"/>
            <a:ext cx="955548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27832" y="26517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0" y="914400"/>
            <a:ext cx="2240280" cy="3886200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상세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0" y="4389120"/>
            <a:ext cx="22402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0332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41960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학습하기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13588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3794760" y="10789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뒤로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79476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794760" y="1673352"/>
            <a:ext cx="786384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서울·경기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36008" y="1673352"/>
            <a:ext cx="475488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166360" y="1673352"/>
            <a:ext cx="475488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794760" y="1947672"/>
            <a:ext cx="475488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충청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325112" y="1947672"/>
            <a:ext cx="475488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794760" y="2267712"/>
            <a:ext cx="1965960" cy="685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3794760" y="2267712"/>
            <a:ext cx="1965960" cy="6858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794760" y="2953512"/>
            <a:ext cx="1965960" cy="-6858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794760" y="2491740"/>
            <a:ext cx="1965960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수어 영상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794760" y="3026664"/>
            <a:ext cx="1965960" cy="685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3794760" y="3026664"/>
            <a:ext cx="1965960" cy="6858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794760" y="3712464"/>
            <a:ext cx="1965960" cy="-6858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794760" y="3250692"/>
            <a:ext cx="1965960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경상(부산) 수어 영상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3794760" y="37581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경인일보 2013.11.08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3794760" y="39593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영상: 팀 촬영 (사전 영상 참고)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446520" y="914400"/>
            <a:ext cx="2240280" cy="388620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62940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화면에서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629400" y="1508760"/>
            <a:ext cx="1920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또는 카테고리로 단어 찾기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점(●)으로 어느 지역 표현이 있는지 표시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버튼을 누르면 아래 영상이 바뀜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근거·출처 항상 표시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레이아웃 ② 직접 해보기 (핵심)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2240280" cy="3886200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단어 고르기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389120"/>
            <a:ext cx="22402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21920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학습하기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93548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3990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할 단어를 고르세요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764792"/>
            <a:ext cx="196596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2176272"/>
            <a:ext cx="1965960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신호등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587752"/>
            <a:ext cx="1965960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2999232"/>
            <a:ext cx="1965960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3410712"/>
            <a:ext cx="1965960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807208" y="26517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914400"/>
            <a:ext cx="2240280" cy="3886200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따라 하기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91840" y="4389120"/>
            <a:ext cx="22402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3756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05384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학습하기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77012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42900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429000" y="1426464"/>
            <a:ext cx="1965960" cy="9144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3429000" y="1426464"/>
            <a:ext cx="1965960" cy="9144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29000" y="2340864"/>
            <a:ext cx="1965960" cy="-9144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9000" y="1764792"/>
            <a:ext cx="1965960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영상 (출처)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29000" y="2432304"/>
            <a:ext cx="1965960" cy="10515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3429000" y="2432304"/>
            <a:ext cx="1965960" cy="10515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29000" y="3483864"/>
            <a:ext cx="1965960" cy="-10515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29000" y="2839212"/>
            <a:ext cx="1965960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카메라 + 손 좌표 점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3429000" y="35295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기기 안에서만 처리돼요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429000" y="3822192"/>
            <a:ext cx="196596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동작 기록 (3초)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641848" y="26517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26480" y="914400"/>
            <a:ext cx="2240280" cy="3886200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12648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결과 · 사용자가 선택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126480" y="4389120"/>
            <a:ext cx="22402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7220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688848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학습하기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60476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263640" y="10789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비슷해 보이는 동작 (AI 추정)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63640" y="1371600"/>
            <a:ext cx="7315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택시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068312" y="1371600"/>
            <a:ext cx="822960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버스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263640" y="1719072"/>
            <a:ext cx="946404" cy="10515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6263640" y="1719072"/>
            <a:ext cx="946404" cy="10515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63640" y="2770632"/>
            <a:ext cx="946404" cy="-10515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263640" y="2125980"/>
            <a:ext cx="946404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동작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283196" y="1719072"/>
            <a:ext cx="946404" cy="10515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7283196" y="1719072"/>
            <a:ext cx="946404" cy="10515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283196" y="2770632"/>
            <a:ext cx="946404" cy="-10515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283196" y="2125980"/>
            <a:ext cx="946404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영상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6263640" y="28163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국립국어원 한국수어사전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263640" y="3108960"/>
            <a:ext cx="1965960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비슷하게 한 것 같아요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263640" y="3493008"/>
            <a:ext cx="19659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해볼래요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263640" y="3877056"/>
            <a:ext cx="19659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동작 영상 보기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레이아웃 ③ 학습하기 · 뜻 맞히기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2240280" cy="3886200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4389120"/>
            <a:ext cx="22402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58496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학습하기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0124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보고 뜻 맞히기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1444752"/>
            <a:ext cx="1965960" cy="12801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960120" y="1444752"/>
            <a:ext cx="1965960" cy="12801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" y="2724912"/>
            <a:ext cx="1965960" cy="-128016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1965960"/>
            <a:ext cx="1965960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 영상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8163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수어의 뜻은?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60120" y="3136392"/>
            <a:ext cx="955548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970532" y="3136392"/>
            <a:ext cx="955548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0120" y="3547872"/>
            <a:ext cx="955548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70532" y="3547872"/>
            <a:ext cx="955548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27832" y="265176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914400"/>
            <a:ext cx="2240280" cy="3886200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뒤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0" y="4389120"/>
            <a:ext cx="224028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0332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41960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학습하기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135880" y="4462272"/>
            <a:ext cx="71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794760" y="1078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보고 뜻 맞히기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794760" y="1444752"/>
            <a:ext cx="1965960" cy="9144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3794760" y="1444752"/>
            <a:ext cx="1965960" cy="9144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94760" y="2359152"/>
            <a:ext cx="1965960" cy="-91440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794760" y="1783080"/>
            <a:ext cx="1965960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수어 영상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794760" y="24505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수어는 「택시」 (표준)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794760" y="2770632"/>
            <a:ext cx="1965960" cy="64008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3794760" y="2770632"/>
            <a:ext cx="1965960" cy="64008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94760" y="3410712"/>
            <a:ext cx="1965960" cy="-64008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794760" y="2971800"/>
            <a:ext cx="1965960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택시 비교 미리보기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794760" y="34564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국립국어원 한국수어사전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794760" y="3749040"/>
            <a:ext cx="955548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문제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805172" y="3749040"/>
            <a:ext cx="955548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비교하기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446520" y="914400"/>
            <a:ext cx="2240280" cy="388620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62940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정할 것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629400" y="1508760"/>
            <a:ext cx="1920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정답/오답 표시를 둘까?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두지 않으면: 고른 뒤 뜻과 근거, 지역 비교로 연결 (왼쪽 화면)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어디까지 왔나요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15184" cy="347472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42개 단어 (AI-Hub 수어 영상 단어)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멘토링 강의 반영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 시제품 (카메라 · 손 좌표)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질문 8개 정리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73552" y="1097280"/>
            <a:ext cx="2615184" cy="3474720"/>
          </a:xfrm>
          <a:prstGeom prst="roundRect">
            <a:avLst>
              <a:gd name="adj" fmla="val 2797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02152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 단어 5~10개 고르기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AI-Hub 영상 받기 · 학습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수어 영상 촬영 · 협회 문의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코디네이터 멘토링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89904" y="1097280"/>
            <a:ext cx="2615184" cy="347472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18504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결선 12.13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작동하는 웹앱으로 시연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준비한 예시 2~3건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영상 3분 사전 제출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eo42">
  <a:themeElements>
    <a:clrScheme name="Sueo42">
      <a:dk1>
        <a:srgbClr val="1F1B3A"/>
      </a:dk1>
      <a:lt1>
        <a:srgbClr val="FFFFFF"/>
      </a:lt1>
      <a:dk2>
        <a:srgbClr val="5B5870"/>
      </a:dk2>
      <a:lt2>
        <a:srgbClr val="F3F2F8"/>
      </a:lt2>
      <a:accent1>
        <a:srgbClr val="6C5CE7"/>
      </a:accent1>
      <a:accent2>
        <a:srgbClr val="FF6B9A"/>
      </a:accent2>
      <a:accent3>
        <a:srgbClr val="C9C6D6"/>
      </a:accent3>
      <a:accent4>
        <a:srgbClr val="E9E7F3"/>
      </a:accent4>
      <a:accent5>
        <a:srgbClr val="2EB67D"/>
      </a:accent5>
      <a:accent6>
        <a:srgbClr val="F4A261"/>
      </a:accent6>
      <a:hlink>
        <a:srgbClr val="6C5CE7"/>
      </a:hlink>
      <a:folHlink>
        <a:srgbClr val="5B5870"/>
      </a:folHlink>
    </a:clrScheme>
    <a:fontScheme name="Sueo42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수어42 레이아웃</dc:title>
  <dc:subject>PptxGenJS Presentation</dc:subject>
  <dc:creator>PptxGenJS</dc:creator>
  <cp:lastModifiedBy>PptxGenJS</cp:lastModifiedBy>
  <cp:revision>1</cp:revision>
  <dcterms:created xsi:type="dcterms:W3CDTF">2026-10-31T11:39:35Z</dcterms:created>
  <dcterms:modified xsi:type="dcterms:W3CDTF">2026-10-31T11:39:35Z</dcterms:modified>
</cp:coreProperties>
</file>